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1A7F9E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2EB8D5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暴雨内涝下城市道路交通</a:t>
            </a:r>
            <a:endParaRPr lang="en-US" sz="4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预演与韧性评估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200400" y="3291840"/>
            <a:ext cx="2743200" cy="45720"/>
          </a:xfrm>
          <a:prstGeom prst="rect">
            <a:avLst/>
          </a:prstGeom>
          <a:solidFill>
            <a:srgbClr val="2EB8D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EB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张庭瑞 | 武汉理工大学 | 交通与物流工程学院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交通应急管控与实践大作业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4F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研究背景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E8F4F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4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问题背景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暴雨内涝突发性强、危害性大、影响范围广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'城市看海'现象频发：广州'5·22'、郑州'7·20'等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当前预案缺乏历史数据支撑、针对性不足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习近平总书记要求健全应急预案机制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0D4F6E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417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B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研究目标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196596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耦合内涝与交通协同仿真，推演不同强度暴雨内涝下交通演变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改进介数中心性模型，评估路网韧性变化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构建GCN-CapsNet预测模型，实现韧性快速评估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开发城市道路交通预演与韧性评估系统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4F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研究方法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560320" cy="3566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5400">
            <a:solidFill>
              <a:srgbClr val="0D4F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0160" y="1463040"/>
            <a:ext cx="914400" cy="914400"/>
          </a:xfrm>
          <a:prstGeom prst="ellipse">
            <a:avLst/>
          </a:prstGeom>
          <a:solidFill>
            <a:srgbClr val="0D4F6E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4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内涝交通耦合仿真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306324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SWMM管网模型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WCA2D地表径流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交通仿真 (限速/限行)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动态耦合反馈机制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560320" cy="3566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5400">
            <a:solidFill>
              <a:srgbClr val="1A7F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0" y="1463040"/>
            <a:ext cx="914400" cy="914400"/>
          </a:xfrm>
          <a:prstGeom prst="ellipse">
            <a:avLst/>
          </a:prstGeom>
          <a:solidFill>
            <a:srgbClr val="1A7F9E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0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83280" y="2514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F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路网韧性评估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306324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改进介数中心性模型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最短时间路径加权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流量加权改进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路段重要性错位评估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280160"/>
            <a:ext cx="2560320" cy="35661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5400">
            <a:solidFill>
              <a:srgbClr val="2EB8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949440" y="1463040"/>
            <a:ext cx="914400" cy="914400"/>
          </a:xfrm>
          <a:prstGeom prst="ellipse">
            <a:avLst/>
          </a:prstGeom>
          <a:solidFill>
            <a:srgbClr val="2EB8D5"/>
          </a:solidFill>
          <a:ln/>
        </p:spPr>
      </p:sp>
      <p:sp>
        <p:nvSpPr>
          <p:cNvPr id="16" name="Text 14"/>
          <p:cNvSpPr/>
          <p:nvPr/>
        </p:nvSpPr>
        <p:spPr>
          <a:xfrm>
            <a:off x="6949440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217920" y="2514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深度学习预测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63640" y="306324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GCN图卷积网络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胶囊网络CapsNet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多情景数据集构建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韧性快速预测评估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4F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实验结果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E8F4F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耦合仿真验证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实验区域：天津市滨海新区泰达街区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降雨重现期：20年，历时120min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成功获取路网交通量时序变化数据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23444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E8F4F8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4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韧性评估结果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82880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改进介数中心性动态反映路段重要性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雨型对错位程度排序影响较大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成功识别关键路段并制定应急预案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246120"/>
            <a:ext cx="8412480" cy="1554480"/>
          </a:xfrm>
          <a:prstGeom prst="roundRect">
            <a:avLst>
              <a:gd name="adj" fmla="val 4706"/>
            </a:avLst>
          </a:prstGeom>
          <a:solidFill>
            <a:srgbClr val="0D4F6E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B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深度学习预测效果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3794760"/>
            <a:ext cx="2560320" cy="822960"/>
          </a:xfrm>
          <a:prstGeom prst="roundRect">
            <a:avLst>
              <a:gd name="adj" fmla="val 5556"/>
            </a:avLst>
          </a:prstGeom>
          <a:solidFill>
            <a:srgbClr val="1A7F9E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840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95%+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" y="4251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预测相似度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3794760"/>
            <a:ext cx="2560320" cy="822960"/>
          </a:xfrm>
          <a:prstGeom prst="roundRect">
            <a:avLst>
              <a:gd name="adj" fmla="val 5556"/>
            </a:avLst>
          </a:prstGeom>
          <a:solidFill>
            <a:srgbClr val="1A7F9E"/>
          </a:solidFill>
          <a:ln/>
        </p:spPr>
      </p:sp>
      <p:sp>
        <p:nvSpPr>
          <p:cNvPr id="16" name="Text 14"/>
          <p:cNvSpPr/>
          <p:nvPr/>
        </p:nvSpPr>
        <p:spPr>
          <a:xfrm>
            <a:off x="3291840" y="3840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GCN-CapsNet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291840" y="4251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优于传统GCN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0" y="3794760"/>
            <a:ext cx="2560320" cy="822960"/>
          </a:xfrm>
          <a:prstGeom prst="roundRect">
            <a:avLst>
              <a:gd name="adj" fmla="val 5556"/>
            </a:avLst>
          </a:prstGeom>
          <a:solidFill>
            <a:srgbClr val="1A7F9E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0" y="3840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极端暴雨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943600" y="42519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同样有效预测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3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A7F9E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2EB8D5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结论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2EB8D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71600" y="12801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道路交通推演方法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6916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耦合内涝与交通协同仿真，推演不同强度暴雨内涝下道路交通变化过程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2EB8D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560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71600" y="24231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动态韧性评估方法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28346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基于改进介数中心性评估路网错位程度，构建GCN-CapsNet模型快速预测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2EB8D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7033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371600" y="35661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预演评估系统开发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71600" y="39776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实现内涝模拟、交通仿真、韧性评估等功能，提供城市交通应急预案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EB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研究成果对于推演城市内涝交通事件、制定灾前交通应急预案、减少交通中断经济损失具有重要参考价值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暴雨内涝下城市道路交通预演与韧性评估</dc:title>
  <dc:subject>PptxGenJS Presentation</dc:subject>
  <dc:creator>张庭瑞</dc:creator>
  <cp:lastModifiedBy>张庭瑞</cp:lastModifiedBy>
  <cp:revision>1</cp:revision>
  <dcterms:created xsi:type="dcterms:W3CDTF">2026-05-06T07:24:40Z</dcterms:created>
  <dcterms:modified xsi:type="dcterms:W3CDTF">2026-05-06T07:24:40Z</dcterms:modified>
</cp:coreProperties>
</file>